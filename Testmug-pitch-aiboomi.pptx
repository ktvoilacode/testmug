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2" r:id="rId4"/>
    <p:sldId id="261" r:id="rId5"/>
    <p:sldId id="263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45"/>
  </p:normalViewPr>
  <p:slideViewPr>
    <p:cSldViewPr snapToGrid="0">
      <p:cViewPr varScale="1">
        <p:scale>
          <a:sx n="95" d="100"/>
          <a:sy n="95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7E3C-FB3C-D602-18C6-0223D6C1E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380F9-F451-18D6-952E-739341613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99E6-FECA-67F1-BF70-8C4A9FC5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05AE7-EE9D-C6E4-88C6-A45D57F9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9D7BD-CD56-73FA-D604-6341C451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4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F79B-3253-5D74-802B-BA5FBC66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207C-251B-59F5-17E7-0DC601397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3C866-0274-95EE-18AB-FEF63E22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BFA38-34E1-4EDC-9463-0C58E00B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83B54-0C82-ECF7-5E44-E90D164A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8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B5BD-9206-B183-1A01-7F338FBC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6DBF0-A897-C300-04F5-6AB9F527E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1BBE1-03BD-0769-B540-DE4F559A6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2042A-D8C0-EDE3-451A-10C9D901E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384C6-B318-2ED6-D93B-7E6115A8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1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CFDE-BCD1-57C5-196E-C16EDFBB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B8D37-177A-9345-8526-B0B061019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AED22-9235-B542-60CC-CECC60CF6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0C45E-AF5B-AE2A-9A7A-F6A65F43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42E41-E2CA-1A1B-2C01-6443F0CE7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9D921-F17B-9EBE-138A-5430B9A7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5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EE85-1C5C-6098-EDB9-694D5D21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4C719-CFB7-BBE5-CB72-A3F6AAC3F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BA166-2BA2-DF60-7F89-DFC5973C3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4E1CF-D8AD-0873-F1D7-C0DCC7304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E5F64-2184-2A0E-5724-574690AA1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78E51-24C7-F79A-DB23-C32BAB82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D0955-89F6-0FE6-2FB9-9DAB2573C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C5FD26-C7D6-CD74-231A-EE687879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03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5FC0-6C99-38D9-84DB-8D681305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5BBDD-48C5-250F-65AB-D0B18AE7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CD006-D3EE-FA6D-0BF0-59E3459D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CAFCC-C82E-12A1-0670-4EE87859E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6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224B6-F51C-0AB3-061D-6B9D0D9E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90C97-B7D6-5230-71DF-347BC14E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4A988-70FE-5349-0642-7BE4B7B0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6AE5-8280-2FA2-D795-219AF46C9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9EDE2-DD4D-A85E-3805-B0DD0A080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9B149-FA96-8C6D-64C0-DCFBB1746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53ACA-A96D-F56E-6AE1-B9138EED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E1C7B-DD6D-2B5C-CC50-6B591E0C8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2ADFF-6CB7-7179-59AE-5A5936A5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6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F1D9-90BA-5ECC-2E33-357E6C9C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EE088-937B-1EC2-8DD7-76544881A8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80D5C-9670-E5EF-1B2D-6AAD6600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70B3C-9471-F0AB-2AF5-A4855A3A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223C7-2959-7D80-7CAA-16366799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70878-5D9E-E496-920F-ADE5DC81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54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AF25-EEF5-E50B-AE9B-5A434AD6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6A9DE-4AF9-CE05-56B1-BC68DF5AC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21A63-B3DF-ED7B-31A0-A20CCB24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298E5-C48F-CA60-600B-BFA58045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57108-F3EA-EBA4-DAEF-6C87B68D1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680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44CBD5-F111-950E-3ABC-8A183DF4D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1EDE4-BD4D-8962-5CA6-BBE4F87C1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A9C81-3721-5B23-4C32-1D773F25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48661-C949-F89D-644E-358C196B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EA953-D461-FDB2-31F2-95DCBBAF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76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21FA3-F25B-EB57-442A-13B43155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8A0F8-395B-BEC3-594D-50070005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1B221-73DB-C0C6-DECB-8868A195F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4D982-2E2C-0449-B46F-86FDFCC5468F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7C16F-7A3C-7B17-21CE-B3B160881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F209E-FE1B-4DD8-4F45-E2CBBBF7C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4755-383A-AC40-A718-CEB88D4D1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19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4F3A-276D-2DBF-C671-0E8E597CA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0000" b="1" dirty="0" err="1">
                <a:solidFill>
                  <a:schemeClr val="bg1"/>
                </a:solidFill>
              </a:rPr>
              <a:t>Testmug</a:t>
            </a:r>
            <a:endParaRPr lang="en-US" sz="100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8B71B-B663-7C71-3494-81B2890620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Superpowers to manual testers</a:t>
            </a:r>
          </a:p>
        </p:txBody>
      </p:sp>
    </p:spTree>
    <p:extLst>
      <p:ext uri="{BB962C8B-B14F-4D97-AF65-F5344CB8AC3E}">
        <p14:creationId xmlns:p14="http://schemas.microsoft.com/office/powerpoint/2010/main" val="1617082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2F5E-0608-13F2-E846-E2EA1E07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257" y="142563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Current Automation solved execution speed. 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77"/>
              </a:rPr>
              <a:t>Nobody solved test design labor.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6F999-1AF6-56A8-7403-C075AD4AC93E}"/>
              </a:ext>
            </a:extLst>
          </p:cNvPr>
          <p:cNvSpPr txBox="1"/>
          <p:nvPr/>
        </p:nvSpPr>
        <p:spPr>
          <a:xfrm>
            <a:off x="950257" y="2797719"/>
            <a:ext cx="85287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</a:rPr>
              <a:t>The real bottleneck? </a:t>
            </a: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Not execution. Design.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96E6E-5AF9-AF7F-E127-D3501F28A42B}"/>
              </a:ext>
            </a:extLst>
          </p:cNvPr>
          <p:cNvSpPr txBox="1"/>
          <p:nvPr/>
        </p:nvSpPr>
        <p:spPr>
          <a:xfrm>
            <a:off x="950258" y="786209"/>
            <a:ext cx="2411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 Problem: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95506D-D729-0373-62F4-7ED295599F82}"/>
              </a:ext>
            </a:extLst>
          </p:cNvPr>
          <p:cNvSpPr txBox="1">
            <a:spLocks/>
          </p:cNvSpPr>
          <p:nvPr/>
        </p:nvSpPr>
        <p:spPr>
          <a:xfrm>
            <a:off x="950257" y="4677183"/>
            <a:ext cx="95115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Enterprises pour $20-30B annually into manual testing—</a:t>
            </a:r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77"/>
              </a:rPr>
              <a:t>56% of all testing spend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67509-4A9D-5461-C250-B7B92AB8FED9}"/>
              </a:ext>
            </a:extLst>
          </p:cNvPr>
          <p:cNvSpPr txBox="1"/>
          <p:nvPr/>
        </p:nvSpPr>
        <p:spPr>
          <a:xfrm>
            <a:off x="950258" y="4037760"/>
            <a:ext cx="2411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Who cares:</a:t>
            </a:r>
          </a:p>
        </p:txBody>
      </p:sp>
    </p:spTree>
    <p:extLst>
      <p:ext uri="{BB962C8B-B14F-4D97-AF65-F5344CB8AC3E}">
        <p14:creationId xmlns:p14="http://schemas.microsoft.com/office/powerpoint/2010/main" val="283199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2F5E-0608-13F2-E846-E2EA1E07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257" y="1621310"/>
            <a:ext cx="9390531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85% of testing requires human judgment and never goes away. Instead of fighting that reality, </a:t>
            </a:r>
            <a:r>
              <a:rPr lang="en-US" sz="4000" dirty="0">
                <a:solidFill>
                  <a:schemeClr val="accent4">
                    <a:lumMod val="40000"/>
                    <a:lumOff val="60000"/>
                  </a:schemeClr>
                </a:solidFill>
                <a:latin typeface="Arial Rounded MT Bold" panose="020F0704030504030204" pitchFamily="34" charset="77"/>
              </a:rPr>
              <a:t>we amplify manual testers with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96E6E-5AF9-AF7F-E127-D3501F28A42B}"/>
              </a:ext>
            </a:extLst>
          </p:cNvPr>
          <p:cNvSpPr txBox="1"/>
          <p:nvPr/>
        </p:nvSpPr>
        <p:spPr>
          <a:xfrm>
            <a:off x="950258" y="786209"/>
            <a:ext cx="2411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Insight: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C95506D-D729-0373-62F4-7ED295599F82}"/>
              </a:ext>
            </a:extLst>
          </p:cNvPr>
          <p:cNvSpPr txBox="1">
            <a:spLocks/>
          </p:cNvSpPr>
          <p:nvPr/>
        </p:nvSpPr>
        <p:spPr>
          <a:xfrm>
            <a:off x="950257" y="4677183"/>
            <a:ext cx="103049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chemeClr val="bg1"/>
                </a:solidFill>
              </a:rPr>
              <a:t>Lovable/</a:t>
            </a:r>
            <a:r>
              <a:rPr lang="en-US" sz="3600" b="1" dirty="0" err="1">
                <a:solidFill>
                  <a:schemeClr val="bg1"/>
                </a:solidFill>
              </a:rPr>
              <a:t>Bolt.new</a:t>
            </a:r>
            <a:r>
              <a:rPr lang="en-US" sz="3600" b="1" dirty="0">
                <a:solidFill>
                  <a:schemeClr val="bg1"/>
                </a:solidFill>
              </a:rPr>
              <a:t> proved “describe intent → AI builds it” works for non-coders</a:t>
            </a:r>
            <a:endParaRPr lang="en-US" sz="3600" b="1" dirty="0">
              <a:solidFill>
                <a:schemeClr val="bg1"/>
              </a:solidFill>
              <a:latin typeface="Arial Rounded MT Bold" panose="020F0704030504030204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67509-4A9D-5461-C250-B7B92AB8FED9}"/>
              </a:ext>
            </a:extLst>
          </p:cNvPr>
          <p:cNvSpPr txBox="1"/>
          <p:nvPr/>
        </p:nvSpPr>
        <p:spPr>
          <a:xfrm>
            <a:off x="950258" y="4037760"/>
            <a:ext cx="24115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Why Now:</a:t>
            </a:r>
          </a:p>
        </p:txBody>
      </p:sp>
    </p:spTree>
    <p:extLst>
      <p:ext uri="{BB962C8B-B14F-4D97-AF65-F5344CB8AC3E}">
        <p14:creationId xmlns:p14="http://schemas.microsoft.com/office/powerpoint/2010/main" val="2866132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1F844B-8745-2009-DE5F-D6601FE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Solution Demo</a:t>
            </a:r>
          </a:p>
        </p:txBody>
      </p:sp>
    </p:spTree>
    <p:extLst>
      <p:ext uri="{BB962C8B-B14F-4D97-AF65-F5344CB8AC3E}">
        <p14:creationId xmlns:p14="http://schemas.microsoft.com/office/powerpoint/2010/main" val="12211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1F844B-8745-2009-DE5F-D6601FE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Tech Architecture (Models, Data, Stack)</a:t>
            </a:r>
          </a:p>
        </p:txBody>
      </p:sp>
    </p:spTree>
    <p:extLst>
      <p:ext uri="{BB962C8B-B14F-4D97-AF65-F5344CB8AC3E}">
        <p14:creationId xmlns:p14="http://schemas.microsoft.com/office/powerpoint/2010/main" val="386099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1F844B-8745-2009-DE5F-D6601FE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Value &amp; GTM (Who Pays, How to Reach)</a:t>
            </a:r>
          </a:p>
        </p:txBody>
      </p:sp>
    </p:spTree>
    <p:extLst>
      <p:ext uri="{BB962C8B-B14F-4D97-AF65-F5344CB8AC3E}">
        <p14:creationId xmlns:p14="http://schemas.microsoft.com/office/powerpoint/2010/main" val="5385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A1F844B-8745-2009-DE5F-D6601FE2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Roadmap &amp; Risks</a:t>
            </a:r>
          </a:p>
        </p:txBody>
      </p:sp>
    </p:spTree>
    <p:extLst>
      <p:ext uri="{BB962C8B-B14F-4D97-AF65-F5344CB8AC3E}">
        <p14:creationId xmlns:p14="http://schemas.microsoft.com/office/powerpoint/2010/main" val="2039275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119</Words>
  <Application>Microsoft Macintosh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Office Theme 2013 - 2022</vt:lpstr>
      <vt:lpstr>Testmug</vt:lpstr>
      <vt:lpstr>Current Automation solved execution speed.  Nobody solved test design labor.</vt:lpstr>
      <vt:lpstr>85% of testing requires human judgment and never goes away. Instead of fighting that reality, we amplify manual testers with AI</vt:lpstr>
      <vt:lpstr>Solution Demo</vt:lpstr>
      <vt:lpstr>Tech Architecture (Models, Data, Stack)</vt:lpstr>
      <vt:lpstr>Value &amp; GTM (Who Pays, How to Reach)</vt:lpstr>
      <vt:lpstr>Roadmap &amp;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Testmug</dc:title>
  <dc:creator>Krishna Teja Gaajula</dc:creator>
  <cp:lastModifiedBy>Krishna Teja Gaajula</cp:lastModifiedBy>
  <cp:revision>1</cp:revision>
  <dcterms:created xsi:type="dcterms:W3CDTF">2025-11-08T05:56:04Z</dcterms:created>
  <dcterms:modified xsi:type="dcterms:W3CDTF">2025-11-08T06:22:57Z</dcterms:modified>
</cp:coreProperties>
</file>